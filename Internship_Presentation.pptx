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21.png"/><Relationship Id="rId9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68066"/>
            <a:ext cx="5286375" cy="1935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550693" cy="1582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b="0" sz="4050" i="0" u="none">
                <a:solidFill>
                  <a:srgbClr val="00E5FF"/>
                </a:solidFill>
                <a:latin typeface="Poppins SemiBold"/>
              </a:rPr>
              <a:t>Final Presentation</a:t>
            </a:r>
            <a:r>
              <a:rPr b="1" sz="4050" i="0" u="none">
                <a:solidFill>
                  <a:srgbClr val="FFFFFF"/>
                </a:solidFill>
                <a:latin typeface="Poppins"/>
              </a:rPr>
              <a:t> Summer Internship</a:t>
            </a:r>
            <a:r>
              <a:t>
</a:t>
            </a:r>
            <a:r>
              <a:rPr b="1" sz="4050" i="0" u="none">
                <a:solidFill>
                  <a:srgbClr val="FFFFFF"/>
                </a:solidFill>
                <a:latin typeface="Poppins"/>
              </a:rPr>
              <a:t> Portfolio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725" y="3106191"/>
            <a:ext cx="501062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Inter"/>
              </a:rPr>
              <a:t>Submitted by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21498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3468141"/>
            <a:ext cx="47720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Name: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Alok Kumar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742432"/>
            <a:ext cx="47720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Roll No: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2410031435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016722"/>
            <a:ext cx="47720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Section: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3CSE8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291012"/>
            <a:ext cx="477202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Semester: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5th Semester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7750" y="5184427"/>
            <a:ext cx="208597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FFFFFF"/>
                </a:solidFill>
                <a:latin typeface="Inter SemiBold"/>
              </a:rPr>
              <a:t>IILM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7750" y="5519588"/>
            <a:ext cx="20859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9CA3AF"/>
                </a:solidFill>
                <a:latin typeface="Inter"/>
              </a:rPr>
              <a:t>Greater Noida, Uttar Pradesh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14512"/>
            <a:ext cx="528637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48840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00E5FF"/>
                </a:solidFill>
                <a:latin typeface="Poppins"/>
              </a:rPr>
              <a:t>Internship Overview</a:t>
            </a:r>
            <a:r>
              <a:rPr b="1" sz="3450" i="0" u="none">
                <a:solidFill>
                  <a:srgbClr val="FFFFFF"/>
                </a:solidFill>
                <a:latin typeface="Poppins"/>
              </a:rPr>
              <a:t> Generative AI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591865"/>
            <a:ext cx="5550693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9D4EDD"/>
                </a:solidFill>
                <a:latin typeface="Poppins"/>
              </a:rPr>
              <a:t>Coding Blocks School of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544365"/>
            <a:ext cx="5286375" cy="27429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CA3AF"/>
                </a:solidFill>
                <a:latin typeface="Inter Medium"/>
              </a:rPr>
              <a:t>June 1 - July 14, 2026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824037"/>
            <a:ext cx="5267325" cy="4552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91990"/>
            <a:ext cx="15240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3152030"/>
            <a:ext cx="500062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About Coding Blocks: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Premier institute renowned for software development and cutting-edge technology education. Specializes in advanced fields including AI, ML, and Web Development.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487316"/>
            <a:ext cx="500062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Environment: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Provides an immersive, hands-on environment geared towards building scalable tech projects and solving complex real-world problems.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5548312"/>
            <a:ext cx="500062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My Role: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Served as an AI Engineer focusing on developing Generative AI workflows, intelligent agents, and scalable Machine Learning systems.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171080"/>
            <a:ext cx="1143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06366"/>
            <a:ext cx="1143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567362"/>
            <a:ext cx="1143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78446"/>
            <a:ext cx="5381625" cy="24744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378446"/>
            <a:ext cx="5381625" cy="24744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38612"/>
            <a:ext cx="5381625" cy="24744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4138612"/>
            <a:ext cx="5381625" cy="24744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5275" y="244971"/>
            <a:ext cx="116014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450" i="0" u="none">
                <a:solidFill>
                  <a:srgbClr val="FFFFFF"/>
                </a:solidFill>
                <a:latin typeface="Poppins"/>
              </a:rPr>
              <a:t>Objectives &amp; Scope of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7126" y="2349996"/>
            <a:ext cx="2970371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Poppins"/>
              </a:rPr>
              <a:t>Hands-on AI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826246"/>
            <a:ext cx="460057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Gain practical experience in building, fine-tuning, and deploying modern Artificial Intelligence and Machine Learning models.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9515" y="2349996"/>
            <a:ext cx="276034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Poppins"/>
              </a:rPr>
              <a:t>Generative AI Mastery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826246"/>
            <a:ext cx="460057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Understand and efficiently implement advanced GenAI concepts including LLMs, Prompt Engineering, and Autonomous Agents.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2080" y="5232052"/>
            <a:ext cx="372046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Poppins"/>
              </a:rPr>
              <a:t>Machine Learning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5708302"/>
            <a:ext cx="46005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Apply foundational Machine Learning techniques to real-world datasets for robust predictive analysis and modeling.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9488" y="5232052"/>
            <a:ext cx="3180397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Poppins"/>
              </a:rPr>
              <a:t>End-to-End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5708302"/>
            <a:ext cx="46005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Develop complete AI applications covering the entire software lifecycle from initial ideation and architecture to execution.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9900" y="1711821"/>
            <a:ext cx="504825" cy="4000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9662" y="1711821"/>
            <a:ext cx="400050" cy="4000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2287" y="4593877"/>
            <a:ext cx="400050" cy="4000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5850" y="4593877"/>
            <a:ext cx="447675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14512"/>
            <a:ext cx="528637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1487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9D4EDD"/>
                </a:solidFill>
                <a:latin typeface="Poppins"/>
              </a:rPr>
              <a:t>Project 01</a:t>
            </a:r>
            <a:r>
              <a:rPr b="1" sz="3450" i="0" u="none">
                <a:solidFill>
                  <a:srgbClr val="FFFFFF"/>
                </a:solidFill>
                <a:latin typeface="Poppins"/>
              </a:rPr>
              <a:t> QI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429916"/>
            <a:ext cx="52863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Overview: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Developed an intelligent AI agent system capable of handling complex automated tasks, contextual understanding, and smart query resolution.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43287"/>
            <a:ext cx="52863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Impact: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Streamlined query handling by creating a dynamic AI assistant that adapts accurately to user inputs and autonomously executes complex multi-step logic.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5542508"/>
            <a:ext cx="49720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E2E8F0"/>
                </a:solidFill>
                <a:latin typeface="Inter SemiBold"/>
              </a:rPr>
              <a:t> github.com/Requireding/QI_AGENT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04283"/>
            <a:ext cx="1262062" cy="295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7862" y="4504283"/>
            <a:ext cx="1724025" cy="2952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6187" y="4504283"/>
            <a:ext cx="1652587" cy="2952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913858"/>
            <a:ext cx="819150" cy="2952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542508"/>
            <a:ext cx="21907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3650" y="1824037"/>
            <a:ext cx="5267325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14512"/>
            <a:ext cx="528637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1487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9D4EDD"/>
                </a:solidFill>
                <a:latin typeface="Poppins"/>
              </a:rPr>
              <a:t>Project 02</a:t>
            </a:r>
            <a:r>
              <a:rPr b="1" sz="3450" i="0" u="none">
                <a:solidFill>
                  <a:srgbClr val="FFFFFF"/>
                </a:solidFill>
                <a:latin typeface="Poppins"/>
              </a:rPr>
              <a:t> AI Research Paper Intelligence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548979"/>
            <a:ext cx="52863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Overview: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Built a Generative AI application designed to analyze, summarize, and extract key insights from complex, data-heavy academic research papers automatically.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562350"/>
            <a:ext cx="52863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Impact: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Significantly reduced the time required for comprehensive literature reviews by automating the extraction of core methodologies, data points, and conclusions.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5251995"/>
            <a:ext cx="49720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E2E8F0"/>
                </a:solidFill>
                <a:latin typeface="Inter SemiBold"/>
              </a:rPr>
              <a:t> github.com/Requireding/AI-Research-Paper-Intelligence-System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623345"/>
            <a:ext cx="2524125" cy="295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925" y="4623345"/>
            <a:ext cx="604837" cy="2952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2" y="4623345"/>
            <a:ext cx="1619250" cy="2952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337720"/>
            <a:ext cx="21907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3650" y="1824037"/>
            <a:ext cx="5267325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814512"/>
            <a:ext cx="528637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1487"/>
            <a:ext cx="11601450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9D4EDD"/>
                </a:solidFill>
                <a:latin typeface="Poppins"/>
              </a:rPr>
              <a:t>Project 03</a:t>
            </a:r>
            <a:r>
              <a:rPr b="1" sz="3450" i="0" u="none">
                <a:solidFill>
                  <a:srgbClr val="FFFFFF"/>
                </a:solidFill>
                <a:latin typeface="Poppins"/>
              </a:rPr>
              <a:t> Telco Customer Churn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429916"/>
            <a:ext cx="52863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Overview: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Conducted comprehensive data analysis and modeling to predict which customers are highly likely to leave a telecommunications service provider.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43287"/>
            <a:ext cx="52863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Impact: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Identified key statistical metrics and behavioral patterns that lead to customer churn, enabling business stakeholders to implement targeted, data-driven retention strategies.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5542508"/>
            <a:ext cx="49720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350" i="0" u="none">
                <a:solidFill>
                  <a:srgbClr val="E2E8F0"/>
                </a:solidFill>
                <a:latin typeface="Inter SemiBold"/>
              </a:rPr>
              <a:t> github.com/Requireding/telco-customer-churn-analysis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04283"/>
            <a:ext cx="1581150" cy="295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950" y="4504283"/>
            <a:ext cx="595312" cy="2952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6562" y="4504283"/>
            <a:ext cx="1728787" cy="2952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913858"/>
            <a:ext cx="1600200" cy="2952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542508"/>
            <a:ext cx="21907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3650" y="1824037"/>
            <a:ext cx="5267325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78446"/>
            <a:ext cx="5381625" cy="24744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378446"/>
            <a:ext cx="5381625" cy="24744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38612"/>
            <a:ext cx="5381625" cy="24744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4138612"/>
            <a:ext cx="5381625" cy="24744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5275" y="244971"/>
            <a:ext cx="116014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450" i="0" u="none">
                <a:solidFill>
                  <a:srgbClr val="FFFFFF"/>
                </a:solidFill>
                <a:latin typeface="Poppins"/>
              </a:rPr>
              <a:t>Core Skills Acquired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27195" y="2349996"/>
            <a:ext cx="187023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Poppins"/>
              </a:rPr>
              <a:t>Gen AI Mastery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826246"/>
            <a:ext cx="460057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Deepened understanding of LLM integration, advanced prompt engineering techniques, and constructing autonomous agentic workflows.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4576" y="2349996"/>
            <a:ext cx="1770221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Poppins"/>
              </a:rPr>
              <a:t>Data Pipelines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826246"/>
            <a:ext cx="460057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Learned end-to-end data processing: how to effectively clean, structure, analyze, and extract actionable insights from raw datasets.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7180" y="5110162"/>
            <a:ext cx="2110263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Poppins"/>
              </a:rPr>
              <a:t>Problem-Solving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5586412"/>
            <a:ext cx="460057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Improved critical debugging skills and systems architecture planning when building and deploying scalable software applications.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4566" y="5110162"/>
            <a:ext cx="1930241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Poppins"/>
              </a:rPr>
              <a:t>Version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5586412"/>
            <a:ext cx="460057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Enhanced professional proficiency in managing Git repositories, team version control, and properly documenting codebases.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2287" y="1711821"/>
            <a:ext cx="400050" cy="4000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3475" y="1711821"/>
            <a:ext cx="352425" cy="4000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2287" y="4471987"/>
            <a:ext cx="400050" cy="4000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53475" y="4471987"/>
            <a:ext cx="352425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0671" y="1304032"/>
            <a:ext cx="5250656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750" i="0" u="none">
                <a:solidFill>
                  <a:srgbClr val="00E5FF"/>
                </a:solidFill>
                <a:latin typeface="Poppins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837557"/>
            <a:ext cx="7620000" cy="10970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E2E8F0"/>
                </a:solidFill>
                <a:latin typeface="Inter"/>
              </a:rPr>
              <a:t>The 6-week internship at Coding Blocks School of Technology was a highly rewarding experience that bridged the gap between theoretical knowledge and practical AI engineering.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57662" y="4410819"/>
            <a:ext cx="3876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CA3AF"/>
                </a:solidFill>
                <a:latin typeface="Inter"/>
              </a:rPr>
              <a:t>Feel free to explore my code and projects: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6187" y="4858494"/>
            <a:ext cx="4619625" cy="695325"/>
          </a:xfrm>
          <a:prstGeom prst="rect">
            <a:avLst/>
          </a:prstGeom>
          <a:noFill/>
        </p:spPr>
        <p:txBody>
          <a:bodyPr wrap="square" lIns="4619625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D4EDD"/>
                </a:solidFill>
                <a:latin typeface="Inter SemiBold"/>
              </a:rPr>
              <a:t> </a:t>
            </a:r>
            <a:r>
              <a:rPr b="0" sz="1200" i="0" u="none">
                <a:solidFill>
                  <a:srgbClr val="9D4EDD"/>
                </a:solidFill>
                <a:latin typeface="Inter SemiBold"/>
              </a:rPr>
              <a:t> github.com/Requireding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987" y="5053756"/>
            <a:ext cx="295275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FFFFFF"/>
                </a:solidFill>
                <a:latin typeface="Poppins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394495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179266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162127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3849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38497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1697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1697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41526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1526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9373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9373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59148"/>
            <a:ext cx="857250" cy="476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66875" y="1752600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https://www.iilmlko.ac.in/demo/wp-content/uploads/elementor/thumbs/College-Front-pj6k5kw2oxl8r1k6md5oyzmsn1vm3gvhhjttwi76rk.jpg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1998315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www.iilmlko.ac.in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43919"/>
            <a:ext cx="857250" cy="4762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66875" y="2537370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https://static.vecteezy.com/system/resources/previews/006/222/102/non_2x/abstract-modern-tech-of-programming-code-screen-developer-free-photo.jpg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2783085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27809"/>
            <a:ext cx="85725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66875" y="3322141"/>
            <a:ext cx="9953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https://img.magnific.com/premium-vector/abstract-digital-network-background-with-glowing-connected-nodes-bright-lines-dark-blue-gradient-illustrating-data-communication-technology-flow-futuristic-connectivity_1241653-2736.jpg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3765946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11550"/>
            <a:ext cx="857250" cy="4762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66875" y="4305002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https://www.europeanbusinessreview.com/wp-content/uploads/2024/01/iStock-1386672473.jpg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4550717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www.europeanbusinessreview.com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096321"/>
            <a:ext cx="857250" cy="4762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666875" y="5089773"/>
            <a:ext cx="9953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https://www.inetsoft.com/images/website/customer_churn_dashboard.jpg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6875" y="5335488"/>
            <a:ext cx="9953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www.potyambiental.com.br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